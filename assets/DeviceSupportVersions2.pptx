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182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DeviceSupportVersions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life's too short to decode folder names.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3200400" cy="3291840"/>
          </a:xfrm>
          <a:prstGeom prst="roundRect">
            <a:avLst>
              <a:gd name="adj" fmla="val 4286"/>
            </a:avLst>
          </a:prstGeom>
          <a:solidFill>
            <a:srgbClr val="1E293B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2070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Finder View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731520" y="1645920"/>
            <a:ext cx="182880" cy="164592"/>
          </a:xfrm>
          <a:prstGeom prst="rect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9" name="Text 5"/>
          <p:cNvSpPr/>
          <p:nvPr/>
        </p:nvSpPr>
        <p:spPr>
          <a:xfrm>
            <a:off x="1005840" y="16276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iPad8,10 26.3 (23D127)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731520" y="1920240"/>
            <a:ext cx="182880" cy="164592"/>
          </a:xfrm>
          <a:prstGeom prst="rect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1005840" y="19019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iPad13,16 18.0 (22A5282m)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731520" y="2194560"/>
            <a:ext cx="182880" cy="164592"/>
          </a:xfrm>
          <a:prstGeom prst="rect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1005840" y="21762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iPad13,16 18.1 (22B5007p)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731520" y="2468880"/>
            <a:ext cx="182880" cy="164592"/>
          </a:xfrm>
          <a:prstGeom prst="rect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1005840" y="245059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iPad14,5 26.2 (23C55)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731520" y="2743200"/>
            <a:ext cx="182880" cy="164592"/>
          </a:xfrm>
          <a:prstGeom prst="rect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1005840" y="27249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iPad16,1 18.4.1 (22E252)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731520" y="3017520"/>
            <a:ext cx="182880" cy="164592"/>
          </a:xfrm>
          <a:prstGeom prst="rect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1005840" y="29992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iPhone12,8 18.2 (22C152)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731520" y="3291840"/>
            <a:ext cx="182880" cy="164592"/>
          </a:xfrm>
          <a:prstGeom prst="rect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1005840" y="32735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iPad13,16 26.0 (23A340)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731520" y="3566160"/>
            <a:ext cx="182880" cy="164592"/>
          </a:xfrm>
          <a:prstGeom prst="rect">
            <a:avLst/>
          </a:prstGeom>
          <a:solidFill>
            <a:srgbClr val="3B82F6">
              <a:alpha val="60000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1005840" y="35478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iPad13,1 18.7.1 (22H31)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731520" y="3886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 ...which ones can I delete?</a:t>
            </a:r>
            <a:endParaRPr lang="en-US" sz="11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2514600"/>
            <a:ext cx="457200" cy="45720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4389120" y="1097280"/>
            <a:ext cx="4572000" cy="329184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1234440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983480" y="1207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DeviceSupportVersions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4526280" y="1627632"/>
            <a:ext cx="4297680" cy="2560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0" name="Text 24"/>
          <p:cNvSpPr/>
          <p:nvPr/>
        </p:nvSpPr>
        <p:spPr>
          <a:xfrm>
            <a:off x="4617720" y="16276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Name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6720840" y="16276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7818120" y="16276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Ver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8366760" y="16276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00" dirty="0"/>
          </a:p>
        </p:txBody>
      </p:sp>
      <p:sp>
        <p:nvSpPr>
          <p:cNvPr id="34" name="Shape 28"/>
          <p:cNvSpPr/>
          <p:nvPr/>
        </p:nvSpPr>
        <p:spPr>
          <a:xfrm>
            <a:off x="4526280" y="1920240"/>
            <a:ext cx="4297680" cy="2468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5" name="Text 29"/>
          <p:cNvSpPr/>
          <p:nvPr/>
        </p:nvSpPr>
        <p:spPr>
          <a:xfrm>
            <a:off x="4617720" y="1920240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iPad8,10 26.3 (23D127)</a:t>
            </a:r>
            <a:endParaRPr lang="en-US" sz="750" dirty="0"/>
          </a:p>
        </p:txBody>
      </p:sp>
      <p:sp>
        <p:nvSpPr>
          <p:cNvPr id="36" name="Text 30"/>
          <p:cNvSpPr/>
          <p:nvPr/>
        </p:nvSpPr>
        <p:spPr>
          <a:xfrm>
            <a:off x="6720840" y="192024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iPad Pro 11" (2nd)</a:t>
            </a:r>
            <a:endParaRPr lang="en-US" sz="750" dirty="0"/>
          </a:p>
        </p:txBody>
      </p:sp>
      <p:sp>
        <p:nvSpPr>
          <p:cNvPr id="37" name="Text 31"/>
          <p:cNvSpPr/>
          <p:nvPr/>
        </p:nvSpPr>
        <p:spPr>
          <a:xfrm>
            <a:off x="7818120" y="1920240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26.3</a:t>
            </a:r>
            <a:endParaRPr lang="en-US" sz="750" dirty="0"/>
          </a:p>
        </p:txBody>
      </p:sp>
      <p:sp>
        <p:nvSpPr>
          <p:cNvPr id="38" name="Text 32"/>
          <p:cNvSpPr/>
          <p:nvPr/>
        </p:nvSpPr>
        <p:spPr>
          <a:xfrm>
            <a:off x="8366760" y="1920240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23D127</a:t>
            </a:r>
            <a:endParaRPr lang="en-US" sz="750" dirty="0"/>
          </a:p>
        </p:txBody>
      </p:sp>
      <p:sp>
        <p:nvSpPr>
          <p:cNvPr id="39" name="Text 33"/>
          <p:cNvSpPr/>
          <p:nvPr/>
        </p:nvSpPr>
        <p:spPr>
          <a:xfrm>
            <a:off x="4617720" y="2167128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iPad13,16 18.0 (22A5282m)</a:t>
            </a:r>
            <a:endParaRPr lang="en-US" sz="750" dirty="0"/>
          </a:p>
        </p:txBody>
      </p:sp>
      <p:sp>
        <p:nvSpPr>
          <p:cNvPr id="40" name="Text 34"/>
          <p:cNvSpPr/>
          <p:nvPr/>
        </p:nvSpPr>
        <p:spPr>
          <a:xfrm>
            <a:off x="6720840" y="216712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iPad Air (5th)</a:t>
            </a:r>
            <a:endParaRPr lang="en-US" sz="750" dirty="0"/>
          </a:p>
        </p:txBody>
      </p:sp>
      <p:sp>
        <p:nvSpPr>
          <p:cNvPr id="41" name="Text 35"/>
          <p:cNvSpPr/>
          <p:nvPr/>
        </p:nvSpPr>
        <p:spPr>
          <a:xfrm>
            <a:off x="7818120" y="2167128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18.0</a:t>
            </a:r>
            <a:endParaRPr lang="en-US" sz="750" dirty="0"/>
          </a:p>
        </p:txBody>
      </p:sp>
      <p:sp>
        <p:nvSpPr>
          <p:cNvPr id="42" name="Text 36"/>
          <p:cNvSpPr/>
          <p:nvPr/>
        </p:nvSpPr>
        <p:spPr>
          <a:xfrm>
            <a:off x="8366760" y="2167128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22A5282m</a:t>
            </a:r>
            <a:endParaRPr lang="en-US" sz="750" dirty="0"/>
          </a:p>
        </p:txBody>
      </p:sp>
      <p:sp>
        <p:nvSpPr>
          <p:cNvPr id="43" name="Shape 37"/>
          <p:cNvSpPr/>
          <p:nvPr/>
        </p:nvSpPr>
        <p:spPr>
          <a:xfrm>
            <a:off x="4526280" y="2414016"/>
            <a:ext cx="4297680" cy="2468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4" name="Text 38"/>
          <p:cNvSpPr/>
          <p:nvPr/>
        </p:nvSpPr>
        <p:spPr>
          <a:xfrm>
            <a:off x="4617720" y="2414016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iPad13,16 18.1 (22B5007p)</a:t>
            </a:r>
            <a:endParaRPr lang="en-US" sz="750" dirty="0"/>
          </a:p>
        </p:txBody>
      </p:sp>
      <p:sp>
        <p:nvSpPr>
          <p:cNvPr id="45" name="Text 39"/>
          <p:cNvSpPr/>
          <p:nvPr/>
        </p:nvSpPr>
        <p:spPr>
          <a:xfrm>
            <a:off x="6720840" y="2414016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iPad Air (5th)</a:t>
            </a:r>
            <a:endParaRPr lang="en-US" sz="750" dirty="0"/>
          </a:p>
        </p:txBody>
      </p:sp>
      <p:sp>
        <p:nvSpPr>
          <p:cNvPr id="46" name="Text 40"/>
          <p:cNvSpPr/>
          <p:nvPr/>
        </p:nvSpPr>
        <p:spPr>
          <a:xfrm>
            <a:off x="7818120" y="2414016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18.1</a:t>
            </a:r>
            <a:endParaRPr lang="en-US" sz="750" dirty="0"/>
          </a:p>
        </p:txBody>
      </p:sp>
      <p:sp>
        <p:nvSpPr>
          <p:cNvPr id="47" name="Text 41"/>
          <p:cNvSpPr/>
          <p:nvPr/>
        </p:nvSpPr>
        <p:spPr>
          <a:xfrm>
            <a:off x="8366760" y="2414016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22B5007p</a:t>
            </a:r>
            <a:endParaRPr lang="en-US" sz="750" dirty="0"/>
          </a:p>
        </p:txBody>
      </p:sp>
      <p:sp>
        <p:nvSpPr>
          <p:cNvPr id="48" name="Text 42"/>
          <p:cNvSpPr/>
          <p:nvPr/>
        </p:nvSpPr>
        <p:spPr>
          <a:xfrm>
            <a:off x="4617720" y="2660904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iPad14,5 26.2 (23C55)</a:t>
            </a:r>
            <a:endParaRPr lang="en-US" sz="750" dirty="0"/>
          </a:p>
        </p:txBody>
      </p:sp>
      <p:sp>
        <p:nvSpPr>
          <p:cNvPr id="49" name="Text 43"/>
          <p:cNvSpPr/>
          <p:nvPr/>
        </p:nvSpPr>
        <p:spPr>
          <a:xfrm>
            <a:off x="6720840" y="2660904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iPad Pro 12.9" (6th)</a:t>
            </a:r>
            <a:endParaRPr lang="en-US" sz="750" dirty="0"/>
          </a:p>
        </p:txBody>
      </p:sp>
      <p:sp>
        <p:nvSpPr>
          <p:cNvPr id="50" name="Text 44"/>
          <p:cNvSpPr/>
          <p:nvPr/>
        </p:nvSpPr>
        <p:spPr>
          <a:xfrm>
            <a:off x="7818120" y="2660904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26.2</a:t>
            </a:r>
            <a:endParaRPr lang="en-US" sz="750" dirty="0"/>
          </a:p>
        </p:txBody>
      </p:sp>
      <p:sp>
        <p:nvSpPr>
          <p:cNvPr id="51" name="Text 45"/>
          <p:cNvSpPr/>
          <p:nvPr/>
        </p:nvSpPr>
        <p:spPr>
          <a:xfrm>
            <a:off x="8366760" y="2660904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23C55</a:t>
            </a:r>
            <a:endParaRPr lang="en-US" sz="750" dirty="0"/>
          </a:p>
        </p:txBody>
      </p:sp>
      <p:sp>
        <p:nvSpPr>
          <p:cNvPr id="52" name="Shape 46"/>
          <p:cNvSpPr/>
          <p:nvPr/>
        </p:nvSpPr>
        <p:spPr>
          <a:xfrm>
            <a:off x="4526280" y="2907792"/>
            <a:ext cx="4297680" cy="2468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3" name="Text 47"/>
          <p:cNvSpPr/>
          <p:nvPr/>
        </p:nvSpPr>
        <p:spPr>
          <a:xfrm>
            <a:off x="4617720" y="2907792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iPad16,1 18.4.1 (22E252)</a:t>
            </a:r>
            <a:endParaRPr lang="en-US" sz="750" dirty="0"/>
          </a:p>
        </p:txBody>
      </p:sp>
      <p:sp>
        <p:nvSpPr>
          <p:cNvPr id="54" name="Text 48"/>
          <p:cNvSpPr/>
          <p:nvPr/>
        </p:nvSpPr>
        <p:spPr>
          <a:xfrm>
            <a:off x="6720840" y="2907792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iPad Pro (M4)</a:t>
            </a:r>
            <a:endParaRPr lang="en-US" sz="750" dirty="0"/>
          </a:p>
        </p:txBody>
      </p:sp>
      <p:sp>
        <p:nvSpPr>
          <p:cNvPr id="55" name="Text 49"/>
          <p:cNvSpPr/>
          <p:nvPr/>
        </p:nvSpPr>
        <p:spPr>
          <a:xfrm>
            <a:off x="7818120" y="2907792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18.4.1</a:t>
            </a:r>
            <a:endParaRPr lang="en-US" sz="750" dirty="0"/>
          </a:p>
        </p:txBody>
      </p:sp>
      <p:sp>
        <p:nvSpPr>
          <p:cNvPr id="56" name="Text 50"/>
          <p:cNvSpPr/>
          <p:nvPr/>
        </p:nvSpPr>
        <p:spPr>
          <a:xfrm>
            <a:off x="8366760" y="2907792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22E252</a:t>
            </a:r>
            <a:endParaRPr lang="en-US" sz="750" dirty="0"/>
          </a:p>
        </p:txBody>
      </p:sp>
      <p:sp>
        <p:nvSpPr>
          <p:cNvPr id="57" name="Text 51"/>
          <p:cNvSpPr/>
          <p:nvPr/>
        </p:nvSpPr>
        <p:spPr>
          <a:xfrm>
            <a:off x="4617720" y="3154680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iPhone12,8 18.2 (22C152)</a:t>
            </a:r>
            <a:endParaRPr lang="en-US" sz="750" dirty="0"/>
          </a:p>
        </p:txBody>
      </p:sp>
      <p:sp>
        <p:nvSpPr>
          <p:cNvPr id="58" name="Text 52"/>
          <p:cNvSpPr/>
          <p:nvPr/>
        </p:nvSpPr>
        <p:spPr>
          <a:xfrm>
            <a:off x="6720840" y="315468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iPhone SE (2nd)</a:t>
            </a:r>
            <a:endParaRPr lang="en-US" sz="750" dirty="0"/>
          </a:p>
        </p:txBody>
      </p:sp>
      <p:sp>
        <p:nvSpPr>
          <p:cNvPr id="59" name="Text 53"/>
          <p:cNvSpPr/>
          <p:nvPr/>
        </p:nvSpPr>
        <p:spPr>
          <a:xfrm>
            <a:off x="7818120" y="3154680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18.2</a:t>
            </a:r>
            <a:endParaRPr lang="en-US" sz="750" dirty="0"/>
          </a:p>
        </p:txBody>
      </p:sp>
      <p:sp>
        <p:nvSpPr>
          <p:cNvPr id="60" name="Text 54"/>
          <p:cNvSpPr/>
          <p:nvPr/>
        </p:nvSpPr>
        <p:spPr>
          <a:xfrm>
            <a:off x="8366760" y="3154680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22C152</a:t>
            </a:r>
            <a:endParaRPr lang="en-US" sz="750" dirty="0"/>
          </a:p>
        </p:txBody>
      </p:sp>
      <p:sp>
        <p:nvSpPr>
          <p:cNvPr id="61" name="Shape 55"/>
          <p:cNvSpPr/>
          <p:nvPr/>
        </p:nvSpPr>
        <p:spPr>
          <a:xfrm>
            <a:off x="4526280" y="3401568"/>
            <a:ext cx="4297680" cy="2468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2" name="Text 56"/>
          <p:cNvSpPr/>
          <p:nvPr/>
        </p:nvSpPr>
        <p:spPr>
          <a:xfrm>
            <a:off x="4617720" y="3401568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iPad13,16 26.0 (23A340)</a:t>
            </a:r>
            <a:endParaRPr lang="en-US" sz="750" dirty="0"/>
          </a:p>
        </p:txBody>
      </p:sp>
      <p:sp>
        <p:nvSpPr>
          <p:cNvPr id="63" name="Text 57"/>
          <p:cNvSpPr/>
          <p:nvPr/>
        </p:nvSpPr>
        <p:spPr>
          <a:xfrm>
            <a:off x="6720840" y="340156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iPad Air (5th)</a:t>
            </a:r>
            <a:endParaRPr lang="en-US" sz="750" dirty="0"/>
          </a:p>
        </p:txBody>
      </p:sp>
      <p:sp>
        <p:nvSpPr>
          <p:cNvPr id="64" name="Text 58"/>
          <p:cNvSpPr/>
          <p:nvPr/>
        </p:nvSpPr>
        <p:spPr>
          <a:xfrm>
            <a:off x="7818120" y="3401568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26.0</a:t>
            </a:r>
            <a:endParaRPr lang="en-US" sz="750" dirty="0"/>
          </a:p>
        </p:txBody>
      </p:sp>
      <p:sp>
        <p:nvSpPr>
          <p:cNvPr id="65" name="Text 59"/>
          <p:cNvSpPr/>
          <p:nvPr/>
        </p:nvSpPr>
        <p:spPr>
          <a:xfrm>
            <a:off x="8366760" y="3401568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23A340</a:t>
            </a:r>
            <a:endParaRPr lang="en-US" sz="750" dirty="0"/>
          </a:p>
        </p:txBody>
      </p:sp>
      <p:sp>
        <p:nvSpPr>
          <p:cNvPr id="66" name="Text 60"/>
          <p:cNvSpPr/>
          <p:nvPr/>
        </p:nvSpPr>
        <p:spPr>
          <a:xfrm>
            <a:off x="4617720" y="3648456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iPad13,1 18.7.1 (22H31)</a:t>
            </a:r>
            <a:endParaRPr lang="en-US" sz="750" dirty="0"/>
          </a:p>
        </p:txBody>
      </p:sp>
      <p:sp>
        <p:nvSpPr>
          <p:cNvPr id="67" name="Text 61"/>
          <p:cNvSpPr/>
          <p:nvPr/>
        </p:nvSpPr>
        <p:spPr>
          <a:xfrm>
            <a:off x="6720840" y="3648456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iPad Air (4th)</a:t>
            </a:r>
            <a:endParaRPr lang="en-US" sz="750" dirty="0"/>
          </a:p>
        </p:txBody>
      </p:sp>
      <p:sp>
        <p:nvSpPr>
          <p:cNvPr id="68" name="Text 62"/>
          <p:cNvSpPr/>
          <p:nvPr/>
        </p:nvSpPr>
        <p:spPr>
          <a:xfrm>
            <a:off x="7818120" y="3648456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18.7.1</a:t>
            </a:r>
            <a:endParaRPr lang="en-US" sz="750" dirty="0"/>
          </a:p>
        </p:txBody>
      </p:sp>
      <p:sp>
        <p:nvSpPr>
          <p:cNvPr id="69" name="Text 63"/>
          <p:cNvSpPr/>
          <p:nvPr/>
        </p:nvSpPr>
        <p:spPr>
          <a:xfrm>
            <a:off x="8366760" y="3648456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22H31</a:t>
            </a:r>
            <a:endParaRPr lang="en-US" sz="750" dirty="0"/>
          </a:p>
        </p:txBody>
      </p:sp>
      <p:pic>
        <p:nvPicPr>
          <p:cNvPr id="7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913632"/>
            <a:ext cx="182880" cy="182880"/>
          </a:xfrm>
          <a:prstGeom prst="rect">
            <a:avLst/>
          </a:prstGeom>
        </p:spPr>
      </p:pic>
      <p:sp>
        <p:nvSpPr>
          <p:cNvPr id="71" name="Text 64"/>
          <p:cNvSpPr/>
          <p:nvPr/>
        </p:nvSpPr>
        <p:spPr>
          <a:xfrm>
            <a:off x="4846320" y="3886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you know what to keep!</a:t>
            </a:r>
            <a:endParaRPr lang="en-US" sz="1100" dirty="0"/>
          </a:p>
        </p:txBody>
      </p:sp>
      <p:sp>
        <p:nvSpPr>
          <p:cNvPr id="72" name="Shape 6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D9488">
              <a:alpha val="85000"/>
            </a:srgbClr>
          </a:solidFill>
          <a:ln/>
        </p:spPr>
      </p:sp>
      <p:pic>
        <p:nvPicPr>
          <p:cNvPr id="7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4663440"/>
            <a:ext cx="274320" cy="274320"/>
          </a:xfrm>
          <a:prstGeom prst="rect">
            <a:avLst/>
          </a:prstGeom>
        </p:spPr>
      </p:pic>
      <p:sp>
        <p:nvSpPr>
          <p:cNvPr id="74" name="Text 66"/>
          <p:cNvSpPr/>
          <p:nvPr/>
        </p:nvSpPr>
        <p:spPr>
          <a:xfrm>
            <a:off x="1737360" y="46177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Reclaim disk space by safely removing old Xcode device support files you no longer need.</a:t>
            </a:r>
            <a:endParaRPr lang="en-US" sz="1300" dirty="0"/>
          </a:p>
        </p:txBody>
      </p:sp>
      <p:sp>
        <p:nvSpPr>
          <p:cNvPr id="75" name="Text 67"/>
          <p:cNvSpPr/>
          <p:nvPr/>
        </p:nvSpPr>
        <p:spPr>
          <a:xfrm>
            <a:off x="6858000" y="4617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· github.com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DeviceSupportVersions</dc:title>
  <dc:subject>PptxGenJS Presentation</dc:subject>
  <dc:creator>PptxGenJS</dc:creator>
  <cp:lastModifiedBy>PptxGenJS</cp:lastModifiedBy>
  <cp:revision>1</cp:revision>
  <dcterms:created xsi:type="dcterms:W3CDTF">2026-03-28T12:49:44Z</dcterms:created>
  <dcterms:modified xsi:type="dcterms:W3CDTF">2026-03-28T12:49:44Z</dcterms:modified>
</cp:coreProperties>
</file>